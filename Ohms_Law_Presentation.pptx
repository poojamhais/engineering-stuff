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D6A0"/>
                </a:solidFill>
                <a:latin typeface="Calibri"/>
              </a:defRPr>
            </a:pPr>
            <a:r>
              <a:t>MATOSHRI EDUCATION SOCIETY'S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  <a:latin typeface="Calibri"/>
              </a:defRPr>
            </a:pPr>
            <a:r>
              <a:t>MIT POLYTECHNIC &amp; ENGINEERING, YEOLA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Department of Electrical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166"/>
                </a:solidFill>
                <a:latin typeface="Calibri"/>
              </a:defRPr>
            </a:pPr>
            <a:r>
              <a:t>OHM'S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3962095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246120"/>
            <a:ext cx="3962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166"/>
                </a:solidFill>
                <a:latin typeface="Calibri"/>
              </a:defRPr>
            </a:pPr>
            <a:r>
              <a:t>V = I × 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38912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Pooja Santosh Mhais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38912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Rutuja Ramesh Gaikwad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38912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Shubham Madhukar Gaikwad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Under the Guidance of Miss. Beldar G.N.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Academic Year: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D6A0"/>
                </a:solidFill>
                <a:latin typeface="Calibri"/>
              </a:defRPr>
            </a:pPr>
            <a:r>
              <a:t>What is Ohm's 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Ohm's Law is the most fundamental relationship in electrical engineering. Discovered by Georg Simon Ohm in 1827, it describes how voltage, current, and resistance are interrelated in an electrical circuit.</a:t>
            </a:r>
          </a:p>
          <a:p>
            <a:pPr algn="l">
              <a:spcAft>
                <a:spcPts val="1600"/>
              </a:spcAft>
              <a:defRPr sz="3200" b="1">
                <a:solidFill>
                  <a:srgbClr val="FFD166"/>
                </a:solidFill>
                <a:latin typeface="Calibri"/>
              </a:defRPr>
            </a:pPr>
            <a:r>
              <a:t>V = I × 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5943600" cy="9144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64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⚡ Voltage (V)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electrical pressure that pushes electrons through a conductor. Measured in Volts (V).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5943600" cy="9144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16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🌊 Current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rate of flow of electric charge through a conductor. Measured in Amperes (A).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5943600" cy="9144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68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🔥 Resistance (R)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opposition to the flow of current in a circuit. Measured in Ohms (Ω).</a:t>
            </a:r>
          </a:p>
        </p:txBody>
      </p:sp>
      <p:pic>
        <p:nvPicPr>
          <p:cNvPr id="13" name="Picture 12" descr="georg_o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7315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D6A0"/>
                </a:solidFill>
                <a:latin typeface="Calibri"/>
              </a:defRPr>
            </a:pPr>
            <a:r>
              <a:t>The Basic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A simple circuit consists of a voltage source (battery), a load (resistor), and connecting wires. Current flows from the positive terminal through the circuit and back to the negative terminal.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943600" cy="9144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16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🔋 Voltage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Provides the electromotive force (EMF) to drive current through the circuit.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943600" cy="9144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67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📐 Resistor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Opposes current flow. Color bands indicate its resistance value in Ohms.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943600" cy="73152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D6A0"/>
                </a:solidFill>
                <a:latin typeface="Calibri"/>
              </a:defRPr>
            </a:pPr>
            <a:r>
              <a:t>Key Insight: If you increase the voltage while keeping resistance constant, the current increases proportionally.</a:t>
            </a:r>
          </a:p>
        </p:txBody>
      </p:sp>
      <p:pic>
        <p:nvPicPr>
          <p:cNvPr id="12" name="Picture 11" descr="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7315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D6A0"/>
                </a:solidFill>
                <a:latin typeface="Calibri"/>
              </a:defRPr>
            </a:pPr>
            <a:r>
              <a:t>The Water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The easiest way to understand Ohm's Law is by comparing electricity to water flowing through pipes.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Voltage = Water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Like water pressure pushing water through a pipe, voltage pushes electrons through a wire.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Current = Water Flow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amount of water flowing per second is like current — the amount of charge flowing per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45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76F"/>
                </a:solidFill>
                <a:latin typeface="Calibri"/>
              </a:defRPr>
            </a:pPr>
            <a:r>
              <a:t>Resistance = Pipe 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109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 narrow pipe restricts water flow, just as high resistance restricts electric current.</a:t>
            </a:r>
          </a:p>
        </p:txBody>
      </p:sp>
      <p:pic>
        <p:nvPicPr>
          <p:cNvPr id="13" name="Picture 12" descr="wat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7315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The Ohm's Law Triangle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Cover the variable you want to find — the remaining arrangement shows the formula!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114800" y="1645920"/>
            <a:ext cx="3931920" cy="3200400"/>
          </a:xfrm>
          <a:prstGeom prst="triangle">
            <a:avLst/>
          </a:prstGeom>
          <a:noFill/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1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840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D6A0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840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4A3B8"/>
                </a:solidFill>
                <a:latin typeface="Calibri"/>
              </a:defRPr>
            </a:pPr>
            <a: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840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76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212080"/>
            <a:ext cx="274320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Find Voltage: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166"/>
                </a:solidFill>
                <a:latin typeface="Calibri"/>
              </a:defRPr>
            </a:pPr>
            <a:r>
              <a:t>V = I ×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5212080"/>
            <a:ext cx="274320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Find Current: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D6A0"/>
                </a:solidFill>
                <a:latin typeface="Calibri"/>
              </a:defRPr>
            </a:pPr>
            <a:r>
              <a:t>I = V /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212080"/>
            <a:ext cx="274320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Find Resistance: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76F"/>
                </a:solidFill>
                <a:latin typeface="Calibri"/>
              </a:defRPr>
            </a:pPr>
            <a:r>
              <a:t>R = V / 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Ohm's Law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Adjust voltage and resistance to see how current changes (Interactive version available in HTML)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41148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8"/>
                </a:solidFill>
                <a:latin typeface="Calibri"/>
              </a:defRPr>
            </a:pPr>
            <a:r>
              <a:t>12V / 100Ω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= 0.120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166"/>
                </a:solidFill>
                <a:latin typeface="Calibri"/>
              </a:defRPr>
            </a:pPr>
            <a:r>
              <a:t>1.44 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3200400" cy="41148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8"/>
                </a:solidFill>
                <a:latin typeface="Calibri"/>
              </a:defRPr>
            </a:pPr>
            <a:r>
              <a:t>24V / 8Ω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= 3.000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166"/>
                </a:solidFill>
                <a:latin typeface="Calibri"/>
              </a:defRPr>
            </a:pPr>
            <a:r>
              <a:t>72.00 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200400" cy="41148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8"/>
                </a:solidFill>
                <a:latin typeface="Calibri"/>
              </a:defRPr>
            </a:pPr>
            <a:r>
              <a:t>120V / 60Ω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= 2.000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166"/>
                </a:solidFill>
                <a:latin typeface="Calibri"/>
              </a:defRPr>
            </a:pPr>
            <a:r>
              <a:t>240.00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Solved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16002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70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1: Finding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Given: V = 24V, R = 8Ω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Solution: I = V / R = 24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Answer: I = 3 Amperes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9448495" cy="16002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992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2: Finding Voltage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37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Given: I = 5A, R = 12Ω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Solution: V = I × R = 5 ×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23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Answer: V = 60 Volts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754880"/>
            <a:ext cx="9448495" cy="160020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828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Example 3: Finding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663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Given: V = 120V, I = 0.5A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4864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Solution: R = V / I = 120 / 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852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Answer: R = 240 Ohms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D6A0"/>
                </a:solidFill>
                <a:latin typeface="Calibri"/>
              </a:defRPr>
            </a:pPr>
            <a:r>
              <a:t>Practical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💡 LED Circuit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Calculate the correct resistor value to safely drive an LED without burning it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🔌 Power Supply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Determine current draw and power dissipation in voltage regulator circuits.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🏠 Household Wiring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Calculate wire gauge requirements and fuse ratings for safe home electrical installations.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943600" cy="10058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28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🔧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Diagnose faulty components by measuring voltage drops and comparing to expected values.</a:t>
            </a:r>
          </a:p>
        </p:txBody>
      </p:sp>
      <p:pic>
        <p:nvPicPr>
          <p:cNvPr id="15" name="Picture 14" descr="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7315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D6A0"/>
                </a:solidFill>
                <a:latin typeface="Calibri"/>
              </a:defRPr>
            </a:pPr>
            <a:r>
              <a:t>Limitations of Ohm's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Ohm's Law applies to ohmic (linear) conductors under constant physical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7772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Non-linear devices — Diodes, transistors, and LEDs do not obey Ohm's Law.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06040"/>
            <a:ext cx="9448495" cy="7772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Temperature dependence — Resistance changes with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448495" cy="7772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7033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High-frequency AC circuits — Impedance must be considered.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26280"/>
            <a:ext cx="9448495" cy="7772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663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Semiconductors — Complex V-I characteristics vary with doping.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486400"/>
            <a:ext cx="9448495" cy="77724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6235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Superconductors — Zero resistance at extremely low temperatures.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166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We hope this presentation helped you understand the fundamentals of Ohm's Law.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62095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703320"/>
            <a:ext cx="3962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166"/>
                </a:solidFill>
                <a:latin typeface="Calibri"/>
              </a:defRPr>
            </a:pPr>
            <a:r>
              <a:t>V = I ×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75488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Pooja Santosh Mhais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75488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Rutuja Ramesh Gaikwad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754880"/>
            <a:ext cx="2560320" cy="82296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Calibri"/>
              </a:defRPr>
            </a:pPr>
            <a:r>
              <a:t>Shubham Madhukar Gaikwad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No.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MIT Polytechnic &amp; Engineering, Yeola • Electrical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